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034151" y="5062886"/>
              <a:ext cx="7564080" cy="0"/>
            </a:xfrm>
            <a:custGeom>
              <a:avLst/>
              <a:pathLst>
                <a:path w="7564080" h="0">
                  <a:moveTo>
                    <a:pt x="0" y="0"/>
                  </a:moveTo>
                  <a:lnTo>
                    <a:pt x="7564080" y="0"/>
                  </a:lnTo>
                  <a:lnTo>
                    <a:pt x="756408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34151" y="4219348"/>
              <a:ext cx="7564080" cy="0"/>
            </a:xfrm>
            <a:custGeom>
              <a:avLst/>
              <a:pathLst>
                <a:path w="7564080" h="0">
                  <a:moveTo>
                    <a:pt x="0" y="0"/>
                  </a:moveTo>
                  <a:lnTo>
                    <a:pt x="7564080" y="0"/>
                  </a:lnTo>
                  <a:lnTo>
                    <a:pt x="756408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34151" y="3375809"/>
              <a:ext cx="7564080" cy="0"/>
            </a:xfrm>
            <a:custGeom>
              <a:avLst/>
              <a:pathLst>
                <a:path w="7564080" h="0">
                  <a:moveTo>
                    <a:pt x="0" y="0"/>
                  </a:moveTo>
                  <a:lnTo>
                    <a:pt x="7564080" y="0"/>
                  </a:lnTo>
                  <a:lnTo>
                    <a:pt x="756408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951009" y="2782896"/>
              <a:ext cx="0" cy="2830414"/>
            </a:xfrm>
            <a:custGeom>
              <a:avLst/>
              <a:pathLst>
                <a:path w="0" h="2830414">
                  <a:moveTo>
                    <a:pt x="0" y="28304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097082" y="2782896"/>
              <a:ext cx="0" cy="2830414"/>
            </a:xfrm>
            <a:custGeom>
              <a:avLst/>
              <a:pathLst>
                <a:path w="0" h="2830414">
                  <a:moveTo>
                    <a:pt x="0" y="28304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243155" y="2782896"/>
              <a:ext cx="0" cy="2830414"/>
            </a:xfrm>
            <a:custGeom>
              <a:avLst/>
              <a:pathLst>
                <a:path w="0" h="2830414">
                  <a:moveTo>
                    <a:pt x="0" y="28304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389228" y="2782896"/>
              <a:ext cx="0" cy="2830414"/>
            </a:xfrm>
            <a:custGeom>
              <a:avLst/>
              <a:pathLst>
                <a:path w="0" h="2830414">
                  <a:moveTo>
                    <a:pt x="0" y="28304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535300" y="2782896"/>
              <a:ext cx="0" cy="2830414"/>
            </a:xfrm>
            <a:custGeom>
              <a:avLst/>
              <a:pathLst>
                <a:path w="0" h="2830414">
                  <a:moveTo>
                    <a:pt x="0" y="28304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7681373" y="2782896"/>
              <a:ext cx="0" cy="2830414"/>
            </a:xfrm>
            <a:custGeom>
              <a:avLst/>
              <a:pathLst>
                <a:path w="0" h="2830414">
                  <a:moveTo>
                    <a:pt x="0" y="28304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034151" y="5484655"/>
              <a:ext cx="7564080" cy="0"/>
            </a:xfrm>
            <a:custGeom>
              <a:avLst/>
              <a:pathLst>
                <a:path w="7564080" h="0">
                  <a:moveTo>
                    <a:pt x="0" y="0"/>
                  </a:moveTo>
                  <a:lnTo>
                    <a:pt x="7564080" y="0"/>
                  </a:lnTo>
                  <a:lnTo>
                    <a:pt x="756408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034151" y="4641117"/>
              <a:ext cx="7564080" cy="0"/>
            </a:xfrm>
            <a:custGeom>
              <a:avLst/>
              <a:pathLst>
                <a:path w="7564080" h="0">
                  <a:moveTo>
                    <a:pt x="0" y="0"/>
                  </a:moveTo>
                  <a:lnTo>
                    <a:pt x="7564080" y="0"/>
                  </a:lnTo>
                  <a:lnTo>
                    <a:pt x="756408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034151" y="3797578"/>
              <a:ext cx="7564080" cy="0"/>
            </a:xfrm>
            <a:custGeom>
              <a:avLst/>
              <a:pathLst>
                <a:path w="7564080" h="0">
                  <a:moveTo>
                    <a:pt x="0" y="0"/>
                  </a:moveTo>
                  <a:lnTo>
                    <a:pt x="7564080" y="0"/>
                  </a:lnTo>
                  <a:lnTo>
                    <a:pt x="756408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034151" y="2954040"/>
              <a:ext cx="7564080" cy="0"/>
            </a:xfrm>
            <a:custGeom>
              <a:avLst/>
              <a:pathLst>
                <a:path w="7564080" h="0">
                  <a:moveTo>
                    <a:pt x="0" y="0"/>
                  </a:moveTo>
                  <a:lnTo>
                    <a:pt x="7564080" y="0"/>
                  </a:lnTo>
                  <a:lnTo>
                    <a:pt x="756408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377973" y="2782896"/>
              <a:ext cx="0" cy="2830414"/>
            </a:xfrm>
            <a:custGeom>
              <a:avLst/>
              <a:pathLst>
                <a:path w="0" h="2830414">
                  <a:moveTo>
                    <a:pt x="0" y="28304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24046" y="2782896"/>
              <a:ext cx="0" cy="2830414"/>
            </a:xfrm>
            <a:custGeom>
              <a:avLst/>
              <a:pathLst>
                <a:path w="0" h="2830414">
                  <a:moveTo>
                    <a:pt x="0" y="28304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70118" y="2782896"/>
              <a:ext cx="0" cy="2830414"/>
            </a:xfrm>
            <a:custGeom>
              <a:avLst/>
              <a:pathLst>
                <a:path w="0" h="2830414">
                  <a:moveTo>
                    <a:pt x="0" y="28304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816191" y="2782896"/>
              <a:ext cx="0" cy="2830414"/>
            </a:xfrm>
            <a:custGeom>
              <a:avLst/>
              <a:pathLst>
                <a:path w="0" h="2830414">
                  <a:moveTo>
                    <a:pt x="0" y="28304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962264" y="2782896"/>
              <a:ext cx="0" cy="2830414"/>
            </a:xfrm>
            <a:custGeom>
              <a:avLst/>
              <a:pathLst>
                <a:path w="0" h="2830414">
                  <a:moveTo>
                    <a:pt x="0" y="28304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7108337" y="2782896"/>
              <a:ext cx="0" cy="2830414"/>
            </a:xfrm>
            <a:custGeom>
              <a:avLst/>
              <a:pathLst>
                <a:path w="0" h="2830414">
                  <a:moveTo>
                    <a:pt x="0" y="28304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254410" y="2782896"/>
              <a:ext cx="0" cy="2830414"/>
            </a:xfrm>
            <a:custGeom>
              <a:avLst/>
              <a:pathLst>
                <a:path w="0" h="2830414">
                  <a:moveTo>
                    <a:pt x="0" y="28304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377973" y="3034080"/>
              <a:ext cx="6876437" cy="2450575"/>
            </a:xfrm>
            <a:custGeom>
              <a:avLst/>
              <a:pathLst>
                <a:path w="6876437" h="2450575">
                  <a:moveTo>
                    <a:pt x="0" y="2450575"/>
                  </a:moveTo>
                  <a:lnTo>
                    <a:pt x="229214" y="2450575"/>
                  </a:lnTo>
                  <a:lnTo>
                    <a:pt x="229214" y="2207876"/>
                  </a:lnTo>
                  <a:lnTo>
                    <a:pt x="458429" y="2207876"/>
                  </a:lnTo>
                  <a:lnTo>
                    <a:pt x="458429" y="2084617"/>
                  </a:lnTo>
                  <a:lnTo>
                    <a:pt x="534833" y="2084617"/>
                  </a:lnTo>
                  <a:lnTo>
                    <a:pt x="534833" y="1727698"/>
                  </a:lnTo>
                  <a:lnTo>
                    <a:pt x="687643" y="1727698"/>
                  </a:lnTo>
                  <a:lnTo>
                    <a:pt x="687643" y="1487972"/>
                  </a:lnTo>
                  <a:lnTo>
                    <a:pt x="916858" y="1487972"/>
                  </a:lnTo>
                  <a:lnTo>
                    <a:pt x="916858" y="1369426"/>
                  </a:lnTo>
                  <a:lnTo>
                    <a:pt x="993263" y="1369426"/>
                  </a:lnTo>
                  <a:lnTo>
                    <a:pt x="993263" y="1132145"/>
                  </a:lnTo>
                  <a:lnTo>
                    <a:pt x="1451692" y="1132145"/>
                  </a:lnTo>
                  <a:lnTo>
                    <a:pt x="1451692" y="894673"/>
                  </a:lnTo>
                  <a:lnTo>
                    <a:pt x="2139335" y="894673"/>
                  </a:lnTo>
                  <a:lnTo>
                    <a:pt x="2139335" y="777604"/>
                  </a:lnTo>
                  <a:lnTo>
                    <a:pt x="2215740" y="777604"/>
                  </a:lnTo>
                  <a:lnTo>
                    <a:pt x="2215740" y="548012"/>
                  </a:lnTo>
                  <a:lnTo>
                    <a:pt x="2597765" y="548012"/>
                  </a:lnTo>
                  <a:lnTo>
                    <a:pt x="2597765" y="435338"/>
                  </a:lnTo>
                  <a:lnTo>
                    <a:pt x="2826979" y="435338"/>
                  </a:lnTo>
                  <a:lnTo>
                    <a:pt x="2826979" y="324682"/>
                  </a:lnTo>
                  <a:lnTo>
                    <a:pt x="3056194" y="324682"/>
                  </a:lnTo>
                  <a:lnTo>
                    <a:pt x="3056194" y="215601"/>
                  </a:lnTo>
                  <a:lnTo>
                    <a:pt x="3514623" y="215601"/>
                  </a:lnTo>
                  <a:lnTo>
                    <a:pt x="3514623" y="107976"/>
                  </a:lnTo>
                  <a:lnTo>
                    <a:pt x="5959578" y="107976"/>
                  </a:lnTo>
                  <a:lnTo>
                    <a:pt x="5959578" y="0"/>
                  </a:lnTo>
                  <a:lnTo>
                    <a:pt x="6876437" y="0"/>
                  </a:lnTo>
                  <a:lnTo>
                    <a:pt x="6876437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377973" y="4419452"/>
              <a:ext cx="6876437" cy="1065203"/>
            </a:xfrm>
            <a:custGeom>
              <a:avLst/>
              <a:pathLst>
                <a:path w="6876437" h="1065203">
                  <a:moveTo>
                    <a:pt x="0" y="1065203"/>
                  </a:moveTo>
                  <a:lnTo>
                    <a:pt x="229214" y="1065203"/>
                  </a:lnTo>
                  <a:lnTo>
                    <a:pt x="229214" y="971213"/>
                  </a:lnTo>
                  <a:lnTo>
                    <a:pt x="458429" y="971213"/>
                  </a:lnTo>
                  <a:lnTo>
                    <a:pt x="458429" y="922623"/>
                  </a:lnTo>
                  <a:lnTo>
                    <a:pt x="534833" y="922623"/>
                  </a:lnTo>
                  <a:lnTo>
                    <a:pt x="534833" y="778547"/>
                  </a:lnTo>
                  <a:lnTo>
                    <a:pt x="687643" y="778547"/>
                  </a:lnTo>
                  <a:lnTo>
                    <a:pt x="687643" y="678847"/>
                  </a:lnTo>
                  <a:lnTo>
                    <a:pt x="916858" y="678847"/>
                  </a:lnTo>
                  <a:lnTo>
                    <a:pt x="916858" y="628639"/>
                  </a:lnTo>
                  <a:lnTo>
                    <a:pt x="993263" y="628639"/>
                  </a:lnTo>
                  <a:lnTo>
                    <a:pt x="993263" y="526276"/>
                  </a:lnTo>
                  <a:lnTo>
                    <a:pt x="1451692" y="526276"/>
                  </a:lnTo>
                  <a:lnTo>
                    <a:pt x="1451692" y="421244"/>
                  </a:lnTo>
                  <a:lnTo>
                    <a:pt x="2139335" y="421244"/>
                  </a:lnTo>
                  <a:lnTo>
                    <a:pt x="2139335" y="368475"/>
                  </a:lnTo>
                  <a:lnTo>
                    <a:pt x="2215740" y="368475"/>
                  </a:lnTo>
                  <a:lnTo>
                    <a:pt x="2215740" y="263012"/>
                  </a:lnTo>
                  <a:lnTo>
                    <a:pt x="2597765" y="263012"/>
                  </a:lnTo>
                  <a:lnTo>
                    <a:pt x="2597765" y="210267"/>
                  </a:lnTo>
                  <a:lnTo>
                    <a:pt x="2826979" y="210267"/>
                  </a:lnTo>
                  <a:lnTo>
                    <a:pt x="2826979" y="157812"/>
                  </a:lnTo>
                  <a:lnTo>
                    <a:pt x="3056194" y="157812"/>
                  </a:lnTo>
                  <a:lnTo>
                    <a:pt x="3056194" y="105454"/>
                  </a:lnTo>
                  <a:lnTo>
                    <a:pt x="3514623" y="105454"/>
                  </a:lnTo>
                  <a:lnTo>
                    <a:pt x="3514623" y="53144"/>
                  </a:lnTo>
                  <a:lnTo>
                    <a:pt x="5959578" y="53144"/>
                  </a:lnTo>
                  <a:lnTo>
                    <a:pt x="5959578" y="0"/>
                  </a:lnTo>
                  <a:lnTo>
                    <a:pt x="6876437" y="0"/>
                  </a:lnTo>
                  <a:lnTo>
                    <a:pt x="6876437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756929" y="5433678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756929" y="4590139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756929" y="3746600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756929" y="290306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1338471" y="569302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445041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3591114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737187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883260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029333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406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90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055456" y="5870717"/>
              <a:ext cx="1521470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baseline</a:t>
              </a:r>
            </a:p>
          </p:txBody>
        </p:sp>
        <p:sp>
          <p:nvSpPr>
            <p:cNvPr id="38" name="tx38"/>
            <p:cNvSpPr/>
            <p:nvPr/>
          </p:nvSpPr>
          <p:spPr>
            <a:xfrm rot="-5400000">
              <a:off x="-235221" y="4134324"/>
              <a:ext cx="1689536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Cumulative incidence</a:t>
              </a:r>
            </a:p>
          </p:txBody>
        </p:sp>
        <p:sp>
          <p:nvSpPr>
            <p:cNvPr id="39" name="pl39"/>
            <p:cNvSpPr/>
            <p:nvPr/>
          </p:nvSpPr>
          <p:spPr>
            <a:xfrm>
              <a:off x="2237777" y="240746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4903635" y="240746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2523855" y="2356487"/>
              <a:ext cx="2269266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≥ +10 % (excess)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5189713" y="2356487"/>
              <a:ext cx="222683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&lt; +10 % (others)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034151" y="1977589"/>
              <a:ext cx="6305702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Excess dose ≥ +10% (n = 34) vs others (n = 87): subHR = 2.61 (95% CI 0.99-6.90), p = 0.052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034151" y="1688767"/>
              <a:ext cx="6369801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Hospitalisation — excess dose ≥ +10 % vs others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2026-09-29T12:08:28Z</dcterms:modified>
  <cp:category/>
</cp:coreProperties>
</file>