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8833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4892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095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24285" y="2197282"/>
              <a:ext cx="0" cy="3416028"/>
            </a:xfrm>
            <a:custGeom>
              <a:avLst/>
              <a:pathLst>
                <a:path w="0" h="3416028">
                  <a:moveTo>
                    <a:pt x="0" y="341602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492324" y="2197282"/>
              <a:ext cx="0" cy="3416028"/>
            </a:xfrm>
            <a:custGeom>
              <a:avLst/>
              <a:pathLst>
                <a:path w="0" h="3416028">
                  <a:moveTo>
                    <a:pt x="0" y="341602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363" y="2197282"/>
              <a:ext cx="0" cy="3416028"/>
            </a:xfrm>
            <a:custGeom>
              <a:avLst/>
              <a:pathLst>
                <a:path w="0" h="3416028">
                  <a:moveTo>
                    <a:pt x="0" y="341602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28401" y="2197282"/>
              <a:ext cx="0" cy="3416028"/>
            </a:xfrm>
            <a:custGeom>
              <a:avLst/>
              <a:pathLst>
                <a:path w="0" h="3416028">
                  <a:moveTo>
                    <a:pt x="0" y="341602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2197282"/>
              <a:ext cx="0" cy="3416028"/>
            </a:xfrm>
            <a:custGeom>
              <a:avLst/>
              <a:pathLst>
                <a:path w="0" h="3416028">
                  <a:moveTo>
                    <a:pt x="0" y="341602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564479" y="2197282"/>
              <a:ext cx="0" cy="3416028"/>
            </a:xfrm>
            <a:custGeom>
              <a:avLst/>
              <a:pathLst>
                <a:path w="0" h="3416028">
                  <a:moveTo>
                    <a:pt x="0" y="341602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332518" y="2197282"/>
              <a:ext cx="0" cy="3416028"/>
            </a:xfrm>
            <a:custGeom>
              <a:avLst/>
              <a:pathLst>
                <a:path w="0" h="3416028">
                  <a:moveTo>
                    <a:pt x="0" y="341602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100556" y="2197282"/>
              <a:ext cx="0" cy="3416028"/>
            </a:xfrm>
            <a:custGeom>
              <a:avLst/>
              <a:pathLst>
                <a:path w="0" h="3416028">
                  <a:moveTo>
                    <a:pt x="0" y="341602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868595" y="2197282"/>
              <a:ext cx="0" cy="3416028"/>
            </a:xfrm>
            <a:custGeom>
              <a:avLst/>
              <a:pathLst>
                <a:path w="0" h="3416028">
                  <a:moveTo>
                    <a:pt x="0" y="341602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545803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451862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357922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63981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40266" y="2197282"/>
              <a:ext cx="0" cy="3416028"/>
            </a:xfrm>
            <a:custGeom>
              <a:avLst/>
              <a:pathLst>
                <a:path w="0" h="3416028">
                  <a:moveTo>
                    <a:pt x="0" y="341602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108305" y="2197282"/>
              <a:ext cx="0" cy="3416028"/>
            </a:xfrm>
            <a:custGeom>
              <a:avLst/>
              <a:pathLst>
                <a:path w="0" h="3416028">
                  <a:moveTo>
                    <a:pt x="0" y="341602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76343" y="2197282"/>
              <a:ext cx="0" cy="3416028"/>
            </a:xfrm>
            <a:custGeom>
              <a:avLst/>
              <a:pathLst>
                <a:path w="0" h="3416028">
                  <a:moveTo>
                    <a:pt x="0" y="341602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44382" y="2197282"/>
              <a:ext cx="0" cy="3416028"/>
            </a:xfrm>
            <a:custGeom>
              <a:avLst/>
              <a:pathLst>
                <a:path w="0" h="3416028">
                  <a:moveTo>
                    <a:pt x="0" y="341602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412421" y="2197282"/>
              <a:ext cx="0" cy="3416028"/>
            </a:xfrm>
            <a:custGeom>
              <a:avLst/>
              <a:pathLst>
                <a:path w="0" h="3416028">
                  <a:moveTo>
                    <a:pt x="0" y="341602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180460" y="2197282"/>
              <a:ext cx="0" cy="3416028"/>
            </a:xfrm>
            <a:custGeom>
              <a:avLst/>
              <a:pathLst>
                <a:path w="0" h="3416028">
                  <a:moveTo>
                    <a:pt x="0" y="341602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948498" y="2197282"/>
              <a:ext cx="0" cy="3416028"/>
            </a:xfrm>
            <a:custGeom>
              <a:avLst/>
              <a:pathLst>
                <a:path w="0" h="3416028">
                  <a:moveTo>
                    <a:pt x="0" y="341602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716537" y="2197282"/>
              <a:ext cx="0" cy="3416028"/>
            </a:xfrm>
            <a:custGeom>
              <a:avLst/>
              <a:pathLst>
                <a:path w="0" h="3416028">
                  <a:moveTo>
                    <a:pt x="0" y="341602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484576" y="2197282"/>
              <a:ext cx="0" cy="3416028"/>
            </a:xfrm>
            <a:custGeom>
              <a:avLst/>
              <a:pathLst>
                <a:path w="0" h="3416028">
                  <a:moveTo>
                    <a:pt x="0" y="341602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52614" y="2197282"/>
              <a:ext cx="0" cy="3416028"/>
            </a:xfrm>
            <a:custGeom>
              <a:avLst/>
              <a:pathLst>
                <a:path w="0" h="3416028">
                  <a:moveTo>
                    <a:pt x="0" y="341602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340266" y="5069851"/>
              <a:ext cx="768038" cy="38818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108305" y="4293481"/>
              <a:ext cx="768038" cy="116455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76343" y="2352556"/>
              <a:ext cx="768038" cy="3105480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644382" y="3361837"/>
              <a:ext cx="768038" cy="209619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412421" y="3905296"/>
              <a:ext cx="768038" cy="1552740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180460" y="4759303"/>
              <a:ext cx="768038" cy="69873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948498" y="5225126"/>
              <a:ext cx="768038" cy="23291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716537" y="5380400"/>
              <a:ext cx="768038" cy="7763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484576" y="5380400"/>
              <a:ext cx="768038" cy="7763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412421" y="2197282"/>
              <a:ext cx="0" cy="3416028"/>
            </a:xfrm>
            <a:custGeom>
              <a:avLst/>
              <a:pathLst>
                <a:path w="0" h="3416028">
                  <a:moveTo>
                    <a:pt x="0" y="341602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9811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35933" y="54070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6929" y="446765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6929" y="352824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6929" y="258883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3762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056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77370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60488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33341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10145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86949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6375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40557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36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927029" y="5870717"/>
              <a:ext cx="173882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(%)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04395" y="3841517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994649" y="1977589"/>
              <a:ext cx="66234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(administered − eGFR Cr-Cys-predicted dose) / predicted dose × 100;  red line = +10 % excess-dose cutoff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994649" y="1688767"/>
              <a:ext cx="4385645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2026-09-29T12:08:26Z</dcterms:modified>
  <cp:category/>
</cp:coreProperties>
</file>